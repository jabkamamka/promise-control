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Кейс УралМикро: обещание оператора теряется между звонками. Мы сделали сервис, который находит обещания в расшифровке и превращает их в задачи со сроком. Дальше — проблема, решение, демо и ограничения.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 секунд. Проблема не в том, что оператор забыл, а в том, что обещание нигде не зафиксировано. В среднем 3,6 обещания на звонок. Дальше покажу, как это превращается в задачи.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Четыре шага: вебхук принимает звонки, детектор ищет обещания только в репликах оператора, каждое обещание становится задачей со сроком, дальше оператор ведёт статус. Всё умещается в один процесс — это важно для запуска на школьном компьютере.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80 секунд. Вот живая панель: 189 задач из 52 звонков, 22 уже просрочены — сервис посчитал сам. Покажу карточку: тип, срок, цитата, кнопки статуса. Кнопка «звонок» открывает расшифровку с подсветкой обещаний.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55 секунд. Ключевое: обещание — это глагол оператора в первом лице. Клиентские обещания, вопросы и прошедшее время не считаются. В одном звонке обычно 3–5 обещаний — каждое становится отдельной задачей. Тип выбирается по объекту и адресату, спорные случаи решает приоритет.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Парсер понимает числа словами, дни недели, рабочие дни и концы периодов. Если срок не назван — 24 часа. Фраза-источник сохраняется, чтобы на защите и в интерфейсе было видно, почему дедлайн такой.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 секунд. Повторная обработка звонка не создаёт дублей — уникальный ключ в базе. Статусы ограничены правилами переходов, просрочка фиксируется в истории. Новый тип обещания добавляется через API: описание, ключевые слова, примеры — и он сразу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 секунд. Честно про ограничения: проверку исполнения не делали — кейс разрешает; поиск на правилах, а не на модели; SQLite. Следующий шаг — связать задачу со следующими звонками клиента по номеру.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секунд. Итог: 52 звонка, 189 задач, 3,6 обещания на звонок, 62 теста. Следующий шаг — проверка исполнения по последующим звонкам. Ссылка на репозиторий на слайде. Спасибо, готовы к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КЕЙС УРАЛМИКРО · ХАКАТОН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69494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Сервис контроля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5200" b="1">
                <a:solidFill>
                  <a:srgbClr val="FFFFFF"/>
                </a:solidFill>
                <a:latin typeface="Segoe UI"/>
              </a:rPr>
              <a:t>обещаний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611880"/>
            <a:ext cx="6309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Расшифровка звонка → найденные обещания →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900" b="0">
                <a:solidFill>
                  <a:srgbClr val="C7CBE3"/>
                </a:solidFill>
                <a:latin typeface="Segoe UI"/>
              </a:rPr>
              <a:t>задачи со сроком и статусом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60920" y="1600200"/>
            <a:ext cx="4160520" cy="2514600"/>
          </a:xfrm>
          <a:prstGeom prst="roundRect">
            <a:avLst>
              <a:gd name="adj" fmla="val 6000"/>
            </a:avLst>
          </a:prstGeom>
          <a:solidFill>
            <a:srgbClr val="1E2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635240" y="1874519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73152" rIns="73152" tIns="0" bIns="0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ПРОСРОЧЕНО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3317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Segoe UI"/>
              </a:rPr>
              <a:t>Перезвонить клиенту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834640"/>
            <a:ext cx="3611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«Перезвоню вам завтра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в десять утра»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6118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9CA3AF"/>
                </a:solidFill>
                <a:latin typeface="Segoe UI"/>
              </a:rPr>
              <a:t>срок: 30 окт, 10:00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github.com/jabkamamka/promise-control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ПРОБЛЕМА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теряется между звонками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5760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Оператор пообещал перезвонить, выставить счёт или уточнить 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800" b="0">
                <a:solidFill>
                  <a:srgbClr val="6B7280"/>
                </a:solidFill>
                <a:latin typeface="Segoe UI"/>
              </a:rPr>
              <a:t>и это нигде не зафиксировано.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F59E0B"/>
                </a:solidFill>
                <a:latin typeface="Segoe UI"/>
              </a:rPr>
              <a:t>3,6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40280" y="310896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обещания на один звонок —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замер на 52 расшифровках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6908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24 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411480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срок по умолчанию, если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дата в разговоре не названа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4173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1">
                <a:solidFill>
                  <a:srgbClr val="4F46E5"/>
                </a:solidFill>
                <a:latin typeface="Segoe U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5120640"/>
            <a:ext cx="397763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типов обещаний: от звонка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Segoe UI"/>
              </a:rPr>
              <a:t>и документов до выезда мастера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874519"/>
            <a:ext cx="46177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ИЗ РАСШИФРОВКИ ЗВОНКА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487168"/>
            <a:ext cx="4023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«Мне нужно уточнить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у производства. Я вам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>
                <a:solidFill>
                  <a:srgbClr val="1B1F2A"/>
                </a:solidFill>
                <a:latin typeface="Segoe UI"/>
              </a:rPr>
              <a:t>перезвоню в понедельник…»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840480"/>
            <a:ext cx="4023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— оператор, 4 минуты разговора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22452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4F46E5"/>
                </a:solidFill>
                <a:latin typeface="Segoe UI"/>
              </a:rPr>
              <a:t>Где этот понедельник? Кто проверит?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Источник: 52 расшифровки из API УралМикро, прогон сервиса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РЕШЕНИЕ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От звонка до закрытой задачи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896112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Звонок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POST /webhook/calls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10 звонков за раз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повтор не создаёт дублей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136392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3419856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3675888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75888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Поиск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5888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только реплики оператора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7 типов обещаний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смысл, а не ключевые слова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6168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199632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55664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5664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Задача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 из фразы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цитата и номер реплики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695944" y="3246120"/>
            <a:ext cx="182880" cy="201168"/>
          </a:xfrm>
          <a:prstGeom prst="rightArrow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8979408" y="1965960"/>
            <a:ext cx="2395728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9235440" y="2240280"/>
            <a:ext cx="502920" cy="5029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880360"/>
            <a:ext cx="1938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B1F2A"/>
                </a:solidFill>
                <a:latin typeface="Segoe UI"/>
              </a:rPr>
              <a:t>Статус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3383280"/>
            <a:ext cx="193852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 выполнена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просрочка ставится сама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история изменений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578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>
                <a:solidFill>
                  <a:srgbClr val="1B1F2A"/>
                </a:solidFill>
                <a:latin typeface="Segoe UI"/>
              </a:rPr>
              <a:t>Один Python-процесс и SQLite: запускается на школьном ноутбуке одной командой, работает без интернета.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Стек: Python 3.11+, FastAPI, SQLite, 62 автотеста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ДЕМОНСТРАЦИЯ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189 задач из 52 звонков</a:t>
            </a:r>
          </a:p>
        </p:txBody>
      </p:sp>
      <p:pic>
        <p:nvPicPr>
          <p:cNvPr id="4" name="Picture 3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6583680" cy="4572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0080" y="1828800"/>
            <a:ext cx="6583680" cy="4572000"/>
          </a:xfrm>
          <a:prstGeom prst="rect">
            <a:avLst/>
          </a:prstGeom>
          <a:noFill/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87451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Фильтры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216712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статус, тип, оператор,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срок, поиск по цитате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292607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Цитата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3218687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у каждой задачи — реплика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оператора и её номер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3977639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Статус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427024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работу и выполнено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прямо из карточки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502920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3730A3"/>
                </a:solidFill>
                <a:latin typeface="Segoe UI"/>
              </a:rPr>
              <a:t>Звонок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5321808"/>
            <a:ext cx="3886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расшифровка целиком,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обещания подсвечены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Панель оператора: http://localhost:8080/ · Swagger: /docs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КАК РАБОТАЕТ ПОИСК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Обещание — глагол оператора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Только оператор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«Я пришлю вам фото» клиента — не обязательство компании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3463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Будущее время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0895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«перезвоню», «отправлю», «уточню»; вопросы и прошедшее время отсекаются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9475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Тип по объекту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7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документ → выслать, «смс» → напомнить, «выезд» → визит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7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Приоритет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029199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если в реплике два действия — побеждает то, что клиент увидит сам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1828800"/>
            <a:ext cx="603504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5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760720" y="20116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Segoe UI"/>
              </a:rPr>
              <a:t>ОДИН ЗВОНОК — ЧЕТЫРЕ ОБЕЩАНИЯ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15000" y="2340864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852160" y="23774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37744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Мне нужно уточнить у производства. Я вам перезвоню в понедельник.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15000" y="2999232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852160" y="303580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035808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Оформлю повторный выезд и свяжусь с вами завтра.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657600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852160" y="369417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694176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Не буду гадать, уточню у юристов и вернусь с ответом через день.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5000" y="4315968"/>
            <a:ext cx="5577840" cy="566928"/>
          </a:xfrm>
          <a:prstGeom prst="roundRect">
            <a:avLst>
              <a:gd name="adj" fmla="val 12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852160" y="4352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4F46E5"/>
                </a:solidFill>
                <a:latin typeface="Segoe UI"/>
              </a:rPr>
              <a:t>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352544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B1F2A"/>
                </a:solidFill>
                <a:latin typeface="Segoe UI"/>
              </a:rPr>
              <a:t>Пришлю подробную инструкцию на вашу почту в течение получаса.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52160" y="50109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Segoe UI"/>
              </a:rPr>
              <a:t>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5010912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Хорошо, жду.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→ 4 задачи: 2 уточнения, 1 звонок, 1 документ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Правила описаны в app/services/taxonomy.py и detect.py — без чёрного ящика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СРОКИ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«Завтра до обеда» = 30 окт, 12:00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77840"/>
                <a:gridCol w="3108960"/>
                <a:gridCol w="2194560"/>
              </a:tblGrid>
              <a:tr h="50945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Фраза в разговоре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Срок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6B7280"/>
                          </a:solidFill>
                          <a:latin typeface="Segoe UI"/>
                        </a:rPr>
                        <a:t>Правило</a:t>
                      </a:r>
                    </a:p>
                  </a:txBody>
                  <a:tcPr marL="109728" marT="54864" marB="54864">
                    <a:solidFill>
                      <a:srgbClr val="EFF0F6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Перезвоню в понедельник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пн,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завтра до обеда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пт, 12:00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день + время суток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Пришлю в течение получаса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+30 минут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относительный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Вернусь в течение трёх рабочих дней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+3 рабочих дня, 18:00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рабочие дни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Отправлю до конца недели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пятница, 18:00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конец периода</a:t>
                      </a:r>
                    </a:p>
                  </a:txBody>
                  <a:tcPr marL="109728" marT="73152" marB="73152">
                    <a:solidFill>
                      <a:srgbClr val="FFFFFF"/>
                    </a:solidFill>
                  </a:tcPr>
                </a:tc>
              </a:tr>
              <a:tr h="509454"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1B1F2A"/>
                          </a:solidFill>
                          <a:latin typeface="Segoe UI"/>
                        </a:rPr>
                        <a:t>Срок не назван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3730A3"/>
                          </a:solidFill>
                          <a:latin typeface="Segoe UI"/>
                        </a:rPr>
                        <a:t>+24 часа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6B7280"/>
                          </a:solidFill>
                          <a:latin typeface="Segoe UI"/>
                        </a:rPr>
                        <a:t>по умолчанию</a:t>
                      </a:r>
                    </a:p>
                  </a:txBody>
                  <a:tcPr marL="109728" marT="73152" marB="73152">
                    <a:solidFill>
                      <a:srgbClr val="F9FA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903720" y="566928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Если срок получился в прошлом 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сдвигаем на час, а не помечаем просроченным сразу.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Часовой пояс оператора из APP_TIMEZONE · фраза-источник сохраняется в due_hint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НАДЁЖНОСТЬ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Дубли, статусы, новые типы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Защита от дублей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39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calls.id + UNIQUE dedupe_key: повторный звонок не создаёт задачи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15768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86207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Статусы и история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36391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создана → в работе → выполнена; просрочка вычисляется и пишется в историю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03320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849624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62 автотеста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23944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сроки, детектор, API, идемпотентность, прогон всех 52 расшифровок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690872"/>
            <a:ext cx="4983480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837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1">
                <a:solidFill>
                  <a:srgbClr val="1B1F2A"/>
                </a:solidFill>
                <a:latin typeface="Segoe UI"/>
              </a:rPr>
              <a:t>Свой тип через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11496"/>
            <a:ext cx="4983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название, описание, ключевые слова — работает на следующих звонках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1828800"/>
            <a:ext cx="5532120" cy="3383280"/>
          </a:xfrm>
          <a:prstGeom prst="roundRect">
            <a:avLst>
              <a:gd name="adj" fmla="val 4000"/>
            </a:avLst>
          </a:prstGeom>
          <a:solidFill>
            <a:srgbClr val="141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63640" y="20116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F59E0B"/>
                </a:solidFill>
                <a:latin typeface="Consolas"/>
              </a:rPr>
              <a:t>POST /api/v1/promise-types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331720"/>
            <a:ext cx="498348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{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"title": "Согласовать скидку",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"description": "Оператор обещает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  согласовать скидку и вернуться",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"keywords": ["скидк", "согласую"],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  "examples": ["Согласую скидку"]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E2E5F0"/>
                </a:solidFill>
                <a:latin typeface="Consolas"/>
              </a:rPr>
              <a:t>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5349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>
                <a:solidFill>
                  <a:srgbClr val="3730A3"/>
                </a:solidFill>
                <a:latin typeface="Segoe UI"/>
              </a:rPr>
              <a:t>Тип сразу участвует в поиске — перезапуск не нужен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Тесты: python -m pytest · API: 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1">
                <a:solidFill>
                  <a:srgbClr val="4F46E5"/>
                </a:solidFill>
                <a:latin typeface="Segoe UI"/>
              </a:rPr>
              <a:t>ЧЕСТНО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1B1F2A"/>
                </a:solidFill>
                <a:latin typeface="Segoe UI"/>
              </a:rPr>
              <a:t>Что не сделано и почему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Проверка исполнения по следующим звонкам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492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разрешено не делать на минимальном уровне; точка расширения заложена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7860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Поиск на правилах, а не на большой модели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69748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нужна объяснимость и работа офлайн; LLM — опциональный второй проход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4728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Праздники не учитываются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356616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нужен производственный календарь РФ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31596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SQLite и один процесс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443484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для нагрузки контакт-центра — PostgreSQL и очередь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18464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4206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B1F2A"/>
                </a:solidFill>
                <a:latin typeface="Segoe UI"/>
              </a:rPr>
              <a:t>Часовой пояс один на сервис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530352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Segoe UI"/>
              </a:rPr>
              <a:t>в данных кейса у операторов один пояс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053328"/>
            <a:ext cx="10911535" cy="10972"/>
          </a:xfrm>
          <a:prstGeom prst="rect">
            <a:avLst/>
          </a:prstGeom>
          <a:solidFill>
            <a:srgbClr val="E5E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617220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>
                <a:solidFill>
                  <a:srgbClr val="3730A3"/>
                </a:solidFill>
                <a:latin typeface="Segoe UI"/>
              </a:rPr>
              <a:t>Дальше: связать задачу со следующими звонками клиента и закрывать её автоматически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Segoe UI"/>
              </a:rPr>
              <a:t>Все ограничения перечислены в README и docs/AI_USAGE.md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6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5156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звонка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3756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189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задач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3,6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обещания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на звонок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155448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62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514600"/>
            <a:ext cx="2651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C7CBE3"/>
                </a:solidFill>
                <a:latin typeface="Segoe UI"/>
              </a:rPr>
              <a:t>автотеста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10911535" cy="10972"/>
          </a:xfrm>
          <a:prstGeom prst="rect">
            <a:avLst/>
          </a:prstGeom>
          <a:solidFill>
            <a:srgbClr val="3A3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F59E0B"/>
                </a:solidFill>
                <a:latin typeface="Segoe UI"/>
              </a:rPr>
              <a:t>Следующий шаг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60520"/>
            <a:ext cx="80467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Связать задачу со следующими звонками клиента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и закрывать её автоматически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39776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Segoe UI"/>
              </a:rPr>
              <a:t>Репозиторий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425196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github.com/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jabkamamka/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C7CBE3"/>
                </a:solidFill>
                <a:latin typeface="Segoe UI"/>
              </a:rPr>
              <a:t>promise-control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355080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>
                <a:solidFill>
                  <a:srgbClr val="9CA3AF"/>
                </a:solidFill>
                <a:latin typeface="Segoe UI"/>
              </a:rPr>
              <a:t>Кейс УралМикро · Хакатон 2026 · команда ЧИХПЫХ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Сервис контроля обещаний — защита, 7 минут</dc:title>
  <dc:subject>Кейс УралМикро, хакатон 2026</dc:subject>
  <dc:creator>Команда ЧИХПЫХ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